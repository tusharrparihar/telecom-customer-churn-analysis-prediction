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1B5E"/>
    <a:srgbClr val="F9F8FC"/>
    <a:srgbClr val="3333CC"/>
    <a:srgbClr val="0168C1"/>
    <a:srgbClr val="68D3E2"/>
    <a:srgbClr val="0267C1"/>
    <a:srgbClr val="C97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082-3B8D-4F55-A960-590A6AD45D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2D444-D527-436A-B625-C6EB891A2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842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082-3B8D-4F55-A960-590A6AD45D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2D444-D527-436A-B625-C6EB891A2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81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082-3B8D-4F55-A960-590A6AD45D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2D444-D527-436A-B625-C6EB891A2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157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082-3B8D-4F55-A960-590A6AD45D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2D444-D527-436A-B625-C6EB891A2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6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082-3B8D-4F55-A960-590A6AD45D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2D444-D527-436A-B625-C6EB891A2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173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082-3B8D-4F55-A960-590A6AD45D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2D444-D527-436A-B625-C6EB891A2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813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082-3B8D-4F55-A960-590A6AD45D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2D444-D527-436A-B625-C6EB891A2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005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082-3B8D-4F55-A960-590A6AD45D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2D444-D527-436A-B625-C6EB891A2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01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082-3B8D-4F55-A960-590A6AD45D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2D444-D527-436A-B625-C6EB891A2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969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082-3B8D-4F55-A960-590A6AD45D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2D444-D527-436A-B625-C6EB891A2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130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10082-3B8D-4F55-A960-590A6AD45D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2D444-D527-436A-B625-C6EB891A2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266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10082-3B8D-4F55-A960-590A6AD45DA1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2D444-D527-436A-B625-C6EB891A2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791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2000">
              <a:schemeClr val="bg1"/>
            </a:gs>
            <a:gs pos="100000">
              <a:srgbClr val="F3F6FB"/>
            </a:gs>
            <a:gs pos="0">
              <a:schemeClr val="accent5">
                <a:lumMod val="20000"/>
                <a:lumOff val="80000"/>
              </a:schemeClr>
            </a:gs>
          </a:gsLst>
          <a:lin ang="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9576" y="155744"/>
            <a:ext cx="55659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CHURN ANALYSIS – SUMMARY</a:t>
            </a:r>
          </a:p>
          <a:p>
            <a:r>
              <a:rPr lang="en-US" sz="1600" dirty="0" smtClean="0"/>
              <a:t>Overview of customer churn performance and key insights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576" y="1188882"/>
            <a:ext cx="11959851" cy="865283"/>
          </a:xfrm>
          <a:prstGeom prst="roundRect">
            <a:avLst/>
          </a:prstGeom>
          <a:gradFill>
            <a:gsLst>
              <a:gs pos="40000">
                <a:srgbClr val="0267C1"/>
              </a:gs>
              <a:gs pos="0">
                <a:srgbClr val="0267C1"/>
              </a:gs>
              <a:gs pos="100000">
                <a:srgbClr val="C97AFA"/>
              </a:gs>
            </a:gsLst>
            <a:lin ang="6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4" r="2534" b="40009"/>
          <a:stretch/>
        </p:blipFill>
        <p:spPr>
          <a:xfrm>
            <a:off x="8882742" y="-39757"/>
            <a:ext cx="3269501" cy="1236632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flipH="1">
            <a:off x="3255616" y="1298134"/>
            <a:ext cx="2" cy="646780"/>
          </a:xfrm>
          <a:prstGeom prst="line">
            <a:avLst/>
          </a:prstGeom>
          <a:ln w="254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5989983" y="1315199"/>
            <a:ext cx="2" cy="646780"/>
          </a:xfrm>
          <a:prstGeom prst="line">
            <a:avLst/>
          </a:prstGeom>
          <a:ln w="254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8882742" y="1355100"/>
            <a:ext cx="2" cy="646780"/>
          </a:xfrm>
          <a:prstGeom prst="line">
            <a:avLst/>
          </a:prstGeom>
          <a:ln w="254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836" y="1333523"/>
            <a:ext cx="576000" cy="576000"/>
          </a:xfrm>
          <a:prstGeom prst="rect">
            <a:avLst/>
          </a:prstGeom>
          <a:noFill/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201" y="1333523"/>
            <a:ext cx="576000" cy="576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243" y="1333523"/>
            <a:ext cx="576000" cy="5760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6025" y="1337520"/>
            <a:ext cx="576000" cy="5760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7"/>
          <a:srcRect l="955"/>
          <a:stretch/>
        </p:blipFill>
        <p:spPr>
          <a:xfrm>
            <a:off x="5920290" y="4490773"/>
            <a:ext cx="3071438" cy="2355614"/>
          </a:xfrm>
          <a:prstGeom prst="rect">
            <a:avLst/>
          </a:prstGeom>
          <a:effectLst>
            <a:glow rad="101600">
              <a:schemeClr val="accent5">
                <a:lumMod val="40000"/>
                <a:lumOff val="60000"/>
                <a:alpha val="60000"/>
              </a:schemeClr>
            </a:glow>
          </a:effectLst>
        </p:spPr>
      </p:pic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7"/>
          <a:srcRect l="955"/>
          <a:stretch/>
        </p:blipFill>
        <p:spPr>
          <a:xfrm>
            <a:off x="5920291" y="2065702"/>
            <a:ext cx="3039148" cy="2413533"/>
          </a:xfrm>
          <a:prstGeom prst="rect">
            <a:avLst/>
          </a:prstGeom>
          <a:effectLst>
            <a:glow rad="101600">
              <a:schemeClr val="accent5">
                <a:lumMod val="40000"/>
                <a:lumOff val="60000"/>
                <a:alpha val="60000"/>
              </a:schemeClr>
            </a:glow>
          </a:effectLst>
        </p:spPr>
      </p:pic>
      <p:pic>
        <p:nvPicPr>
          <p:cNvPr id="42" name="Picture 41"/>
          <p:cNvPicPr>
            <a:picLocks noChangeAspect="1"/>
          </p:cNvPicPr>
          <p:nvPr/>
        </p:nvPicPr>
        <p:blipFill rotWithShape="1">
          <a:blip r:embed="rId7"/>
          <a:srcRect l="955"/>
          <a:stretch/>
        </p:blipFill>
        <p:spPr>
          <a:xfrm>
            <a:off x="304799" y="3825657"/>
            <a:ext cx="2500043" cy="1515600"/>
          </a:xfrm>
          <a:prstGeom prst="rect">
            <a:avLst/>
          </a:prstGeom>
          <a:effectLst>
            <a:glow rad="101600">
              <a:schemeClr val="accent5">
                <a:lumMod val="40000"/>
                <a:lumOff val="60000"/>
                <a:alpha val="60000"/>
              </a:schemeClr>
            </a:glow>
          </a:effectLst>
        </p:spPr>
      </p:pic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7"/>
          <a:srcRect l="955"/>
          <a:stretch/>
        </p:blipFill>
        <p:spPr>
          <a:xfrm>
            <a:off x="2799360" y="3825657"/>
            <a:ext cx="3120930" cy="3018550"/>
          </a:xfrm>
          <a:prstGeom prst="rect">
            <a:avLst/>
          </a:prstGeom>
          <a:effectLst>
            <a:glow rad="101600">
              <a:schemeClr val="accent5">
                <a:lumMod val="40000"/>
                <a:lumOff val="60000"/>
                <a:alpha val="60000"/>
              </a:schemeClr>
            </a:glow>
          </a:effectLst>
        </p:spPr>
      </p:pic>
      <p:pic>
        <p:nvPicPr>
          <p:cNvPr id="44" name="Picture 43"/>
          <p:cNvPicPr>
            <a:picLocks noChangeAspect="1"/>
          </p:cNvPicPr>
          <p:nvPr/>
        </p:nvPicPr>
        <p:blipFill rotWithShape="1">
          <a:blip r:embed="rId7"/>
          <a:srcRect l="955"/>
          <a:stretch/>
        </p:blipFill>
        <p:spPr>
          <a:xfrm>
            <a:off x="8959439" y="3412514"/>
            <a:ext cx="3182306" cy="3445487"/>
          </a:xfrm>
          <a:prstGeom prst="rect">
            <a:avLst/>
          </a:prstGeom>
          <a:effectLst>
            <a:glow rad="101600">
              <a:schemeClr val="accent5">
                <a:lumMod val="40000"/>
                <a:lumOff val="60000"/>
                <a:alpha val="60000"/>
              </a:schemeClr>
            </a:glow>
          </a:effectLst>
        </p:spPr>
      </p:pic>
      <p:pic>
        <p:nvPicPr>
          <p:cNvPr id="45" name="Picture 44"/>
          <p:cNvPicPr>
            <a:picLocks noChangeAspect="1"/>
          </p:cNvPicPr>
          <p:nvPr/>
        </p:nvPicPr>
        <p:blipFill rotWithShape="1">
          <a:blip r:embed="rId7"/>
          <a:srcRect l="955"/>
          <a:stretch/>
        </p:blipFill>
        <p:spPr>
          <a:xfrm>
            <a:off x="3337007" y="2087908"/>
            <a:ext cx="2583283" cy="1737749"/>
          </a:xfrm>
          <a:prstGeom prst="rect">
            <a:avLst/>
          </a:prstGeom>
          <a:effectLst>
            <a:glow rad="101600">
              <a:schemeClr val="accent5">
                <a:lumMod val="40000"/>
                <a:lumOff val="60000"/>
                <a:alpha val="60000"/>
              </a:schemeClr>
            </a:glow>
          </a:effectLst>
        </p:spPr>
      </p:pic>
      <p:pic>
        <p:nvPicPr>
          <p:cNvPr id="47" name="Picture 46"/>
          <p:cNvPicPr>
            <a:picLocks noChangeAspect="1"/>
          </p:cNvPicPr>
          <p:nvPr/>
        </p:nvPicPr>
        <p:blipFill rotWithShape="1">
          <a:blip r:embed="rId7"/>
          <a:srcRect l="955"/>
          <a:stretch/>
        </p:blipFill>
        <p:spPr>
          <a:xfrm>
            <a:off x="318318" y="5327542"/>
            <a:ext cx="2481041" cy="1516665"/>
          </a:xfrm>
          <a:prstGeom prst="rect">
            <a:avLst/>
          </a:prstGeom>
          <a:effectLst>
            <a:glow rad="101600">
              <a:schemeClr val="accent5">
                <a:lumMod val="40000"/>
                <a:lumOff val="60000"/>
                <a:alpha val="60000"/>
              </a:schemeClr>
            </a:glow>
          </a:effectLst>
        </p:spPr>
      </p:pic>
      <p:pic>
        <p:nvPicPr>
          <p:cNvPr id="49" name="Picture 48"/>
          <p:cNvPicPr>
            <a:picLocks noChangeAspect="1"/>
          </p:cNvPicPr>
          <p:nvPr/>
        </p:nvPicPr>
        <p:blipFill rotWithShape="1">
          <a:blip r:embed="rId7"/>
          <a:srcRect l="955"/>
          <a:stretch/>
        </p:blipFill>
        <p:spPr>
          <a:xfrm>
            <a:off x="304800" y="2088296"/>
            <a:ext cx="3032207" cy="1737361"/>
          </a:xfrm>
          <a:prstGeom prst="rect">
            <a:avLst/>
          </a:prstGeom>
          <a:effectLst>
            <a:glow rad="101600">
              <a:schemeClr val="accent5">
                <a:lumMod val="40000"/>
                <a:lumOff val="60000"/>
                <a:alpha val="60000"/>
              </a:schemeClr>
            </a:glow>
          </a:effectLst>
        </p:spPr>
      </p:pic>
      <p:sp>
        <p:nvSpPr>
          <p:cNvPr id="50" name="TextBox 49"/>
          <p:cNvSpPr txBox="1"/>
          <p:nvPr/>
        </p:nvSpPr>
        <p:spPr>
          <a:xfrm rot="16200000">
            <a:off x="-630973" y="2732921"/>
            <a:ext cx="1584000" cy="288000"/>
          </a:xfrm>
          <a:prstGeom prst="roundRect">
            <a:avLst/>
          </a:prstGeom>
          <a:solidFill>
            <a:srgbClr val="0168C1"/>
          </a:solidFill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</a:rPr>
              <a:t>DEMOGRAPHIC</a:t>
            </a:r>
            <a:r>
              <a:rPr lang="en-US" sz="1600" dirty="0" smtClean="0"/>
              <a:t>  </a:t>
            </a:r>
            <a:endParaRPr lang="en-IN" sz="1600" dirty="0"/>
          </a:p>
        </p:txBody>
      </p:sp>
      <p:sp>
        <p:nvSpPr>
          <p:cNvPr id="52" name="TextBox 51"/>
          <p:cNvSpPr txBox="1"/>
          <p:nvPr/>
        </p:nvSpPr>
        <p:spPr>
          <a:xfrm rot="16200000">
            <a:off x="-1391565" y="5081584"/>
            <a:ext cx="3150676" cy="374571"/>
          </a:xfrm>
          <a:prstGeom prst="roundRect">
            <a:avLst/>
          </a:prstGeom>
          <a:solidFill>
            <a:srgbClr val="0168C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dirty="0"/>
              <a:t>ACCOUNT INFO </a:t>
            </a:r>
            <a:endParaRPr lang="en-IN" dirty="0"/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7"/>
          <a:srcRect l="955"/>
          <a:stretch/>
        </p:blipFill>
        <p:spPr>
          <a:xfrm>
            <a:off x="8959438" y="2065702"/>
            <a:ext cx="3169989" cy="1312987"/>
          </a:xfrm>
          <a:prstGeom prst="rect">
            <a:avLst/>
          </a:prstGeom>
          <a:effectLst>
            <a:glow rad="101600">
              <a:schemeClr val="accent5">
                <a:lumMod val="40000"/>
                <a:lumOff val="60000"/>
                <a:alpha val="6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08592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156324" y="0"/>
            <a:ext cx="5568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CHURN ANALYSIS – PREDICTION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0" y="584775"/>
            <a:ext cx="7381461" cy="6273225"/>
          </a:xfrm>
          <a:prstGeom prst="roundRect">
            <a:avLst>
              <a:gd name="adj" fmla="val 3358"/>
            </a:avLst>
          </a:prstGeom>
          <a:solidFill>
            <a:srgbClr val="191B5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7474226" y="581885"/>
            <a:ext cx="4625009" cy="6276115"/>
          </a:xfrm>
          <a:prstGeom prst="roundRect">
            <a:avLst>
              <a:gd name="adj" fmla="val 2997"/>
            </a:avLst>
          </a:prstGeom>
          <a:solidFill>
            <a:srgbClr val="F9F8FC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49" y="582785"/>
            <a:ext cx="1890500" cy="342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3267" y="581885"/>
            <a:ext cx="2066925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259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19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14</cp:revision>
  <dcterms:created xsi:type="dcterms:W3CDTF">2026-07-22T05:00:54Z</dcterms:created>
  <dcterms:modified xsi:type="dcterms:W3CDTF">2026-07-23T07:22:41Z</dcterms:modified>
</cp:coreProperties>
</file>